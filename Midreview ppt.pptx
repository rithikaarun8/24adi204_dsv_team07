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48840"/>
            <a:ext cx="1097280" cy="64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Logistics Nightmare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of the DataCo Supply Chain Dataset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Supply Chain Analytics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Python, Pandas, NumPy, Matplotlib, Seaborn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Colab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Focus: Data Exploration, Cleaning, Univariate and Bivariate Analysis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the DataCo Supply Chain dataset and understand its data quality, sales patterns, profitability, and shipping performance.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dataset structure and attributes.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values and duplicate records.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using statistical methods.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individual variables and relationships between variables.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foundation for supply chain performance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Records: 180,519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Columns: 53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Includes: Orders, customers, products, sales, profits and shipping details.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Performed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41732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 — viewed first five records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and shape — structure and dimensions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— descriptive statistics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 — categorical frequencies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and duplicated() — data quality checks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dataset structure and identified important variables.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Visualization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basic patterns in order quantities, sales and shipping information.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Quantity Histogram: frequency of product quantities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Histogram: distribution of sales values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Bar Chart: ten most frequent order statuses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Bar Chart: usage frequency of shipping methods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an initial visual understanding of order and shipping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Identify and address data quality issues before detailed analysis.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Identified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2359152"/>
                <a:gridCol w="15727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180,519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Zipcode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155,679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Lname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Zipcode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82880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and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on numerical columns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extra spaces from text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Cleaned_Supply_Chain_Dataset.csv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cleaned; missing values remain mainly in text columns.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IQR: values outside IQR limits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Z-Score: more than 3 standard deviations from mean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Boxplots: visualize distribution and outliers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detected 3,608 outliers in Order Profit Per Order.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Results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16093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Profit Per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Item Discount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Item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Shipping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Shipping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Item 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identified and analyzed but not removed or capped.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the distribution and characteristics of individual variables.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histogram with KDE — sales distribution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shipping-days histogram — shipping duration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boxplot — median, spread and outliers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Quantity violin plot — distribution density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bar chart — category frequencies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and descriptive statistics for selected variables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distributions, variability and unusual observations.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 — Sales and Profitability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Investigate relationships between sales, discounts and profitability.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vs. Order Profit Per Order: scatter plot of sales-profit association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Discount vs. Order Profit Per Order: scatter plot of discount-profit relationship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Heatmap: linear associations among sales, quantity, discounts, order total and profit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basis for sales-profit and discount-profit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 — Shipping Performance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Examine shipping duration, shipping methods and delivery status.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vs. Actual Shipping Days: scatter plot of planned vs actual duration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vs. Actual Shipping Days: boxplot across shipping methods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vs. Delivery Status: grouped bar chart of delivery-status frequencies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 basis for shipping performance and delivery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Quality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630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180,519 records and 53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detected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 and Order Zipcode have substantial missing 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Outliers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4630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and text-space cleaning done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remain after cleaning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Profit Per Order has the highest IQR outlier count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4630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examined individual distributions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 investigated sales, profit, discounts and shipping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progressed from dataset exploration to data cleaning, outlier detection, univariate and bivariate analysis, establishing a foundation for understanding sales, profitability and shipping patterns in the DataCo dataset.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columns with extensive missing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outlier treatment strategies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delivery delays and shipping efficiency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factors associated with profitability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analytics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Details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— Black Friday Logistics Nightmare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O T — Exploring Dataset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Nitharshana S — Visualizing Initial Information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Rithika A M — Cleaning Dataset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Shubiksha S Y — Univariate Analysis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Gopika A — Bivariate Analysis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and Discussion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2026-10-14T06:23:59Z</dcterms:created>
  <dcterms:modified xsi:type="dcterms:W3CDTF">2026-10-14T06:23:59Z</dcterms:modified>
</cp:coreProperties>
</file>